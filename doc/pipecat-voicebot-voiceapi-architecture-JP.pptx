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Pipecat Voice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詳細アーキテクチャドキュメント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プロジェクト概要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🎯 目的: ローカルLLMと日本語TTSを使用したリアルタイム音声対話ボット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🌐 入出力: ブラウザビデオセッション / 電話（PSTN/Vonage Voice API）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🔧 主要技術: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Pipecat: パイプラインオーケストレーション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 API: 音声・ビデオゲートウェイ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LM Studio: ローカルLLM実行環境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Whisper MLX: 高速音声認識（日本語対応）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pyopenjtalk: 日本語テキスト読み上げ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📊 特徴: プライバシー重視（全ローカル実行）、低遅延、マルチセッション対応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システムアーキテクチャ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4つの主要レイヤー: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クライアント層: ブラウザUI + OpenTok SDK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クラウド層: Vonage Video/Voice API + Audio Connector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サーバー層: FastAPI + WebSocket + セッション管理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処理層: Pipecat Pipeline（STT→LLM→TTS）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データフロー: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クライアント → Vonage クラウド → サーバー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サーバー → Pipecat Pipeline → LM Studio/pyopenjtalk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処理結果 → Vonage クラウド → クライアント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server.py: FastAPI サーバー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責務: HTTP/WebSocket インターフェース、Vonage 統合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主要エンドポイント: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GET/POST /voice/webhook: 電話着信受信 (NCCO返却)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POST /demo/connect: ビデオセッション作成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POST /connect: 一般接続 (Video API用)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GET /: HTML 静的ファイル配信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WebSocket /ws: 双方向音声ストリーミング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セッション管理: _active_connectors 辞書で複数接続を追跡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bot.py: Pipecat パイプライン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責務: 音声処理、STT/LLM/TTS 統合、会話管理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初期化 (preload_models):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OpenAILLMService (LM Studio)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WhisperSTTServiceMLX (Whisper)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PiperPlusTTSService (日本語TTS)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SileroVADAnalyzer (音声検出)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LocalSmartTurnAnalyzerV3 (会話ターン検出)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重要な修正: LLMAssistantAggregator の TextFrame を下流に転送する Monkey-Patch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Pipecat パイプラインフロー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Transport Input → AudioFrameLogger (デバッグ)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VADProcessor (SileroVAD) → 音声/無音検出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WhisperSTTServiceMLX → 音声 → テキスト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LLMUserAggregator → 発話を LLMContext に追加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OpenAILLMService (LM Studio) → テキスト → テキスト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LLMAssistantAggregator → 応答を LLMContext + TTS に送信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7. PiperPlusTTSService → テキスト → 音声フレーム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8. Transport Output → クライアントに送信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tts_piper_plus.py: 日本語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目的: pyopenjtalk（日本語HTS音声合成）を Pipecat インターフェースでラップ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機能: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非同期実行: スレッドプールで TTS 処理をブロッキング回避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音声正規化: float64 → int16 に変換・クリップ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チャンク化: 4096B 単位で TTSAudioRawFrame を生成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パラメータ: 速度=1.0、ピッチ=0.0（調整可能）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利点: モデルダウンロード不要、軽量、高速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static/index.html: ブラウザ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技術: Vonage OpenTok SDK (バニラ JavaScript)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機能: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接続ボタン: POST /demo/connect → Vonage セッション作成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ステータス表示: 接続状態をリアルタイム更新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ログパネル: イベント・エラーをタイムスタンプ付きで記録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音声ストリーム: ボットのマイク音声を購読 (audioOnly=true)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セッション流: OT.initSession() → token で接続 → subscribe()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データフロー: ビデオセッション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ユーザー: 「接続」ボタンをクリック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ブラウザ: POST /demo/connect を呼び出し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サーバー: Vonage Session 作成 → Audio Connector 起動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ブラウザ: OT.initSession() でセッションに参加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Vonage: Audio Connector が WebSocket に接続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ボット: 初期挨拶を送信 (テキスト → TTS → 音声)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7. 双方向: ユーザー音声 ↔ Vonage ↔ Pipecat Pipeline ↔ 応答音声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データフロー: 電話 (PSTN)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ユーザー: Vonage 電話番号にコール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Vonage: GET /voice/webhook に request 送信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サーバー: NCCO を返却 (WebSocket endpoint を指定)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Vonage: 通話を自動的に WebSocket /ws に接続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ボット: Pipecat Pipeline 開始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双方向: 電話音声 ↔ Vonage ↔ Pipecat ↔ 応答音声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利点: ブラウザ不要、従来の電話で利用可能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依存関係とローカルモデル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Python パッケージ: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pipecat-ai: パイプライン・STT/TTS/LLM 統合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vonage: Vonage Video/Voice API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uvicorn: ASGI サーバー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fastapi: Web フレームワーク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ローカルモデル (LM Studio 必須):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LLM: Gemma/Llama 等 (ユーザー選択可能)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STT: Whisper (LARGE_V3_TURBO_Q4 推奨)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TTS: pyopenjtalk (HTS ベース)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環境変数設定 (.env)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LM Studio: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LM_STUDIO_BASE_URL=http://localhost:1234/v1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LM_MODEL=gemma-4-26B-A4B-it-MLX-8bit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STT_LANGUAGE=ja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Vonage: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VONAGE_APPLICATION_ID=&lt;your-app-id&gt;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VONAGE_PRIVATE_KEY=&lt;path-or-raw-key&gt;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VONAGE_AUDIO_RATE=16000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WS_URI=wss://&lt;tunnel-url&gt;/ws (オプション)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起動手順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LM Studio を localhost:1234 で起動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モデルをロード (Gemma/Llama など)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リポジトリを .env ファイルで設定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Cloudflare Tunnel で公開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cloudflared tunnel run pipecat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FastAPI サーバーを起動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python server.py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ブラウザで Tunnel URL にアクセス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「接続」ボタンをクリック → 音声対話開始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パイプライン設定の詳細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VAD (Voice Activity Detection):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信頼度: 0.5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音声開始: 0.2 秒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無音判定: 0.2 秒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アイドル: 1.0 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言語: 日本語 (ja)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no_speech_prob: 0.3 (無音判定を調整)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LLM: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システムプロンプト: 日本語、簡潔、TTS対応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重要な技術的工夫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状態リセット (_reset_service):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接続ごとに LLM/STT/TTS の内部状態をクリア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複数接続での相互干渉を防止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Monkey-Patch (LLMAssistantAggregator):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TextFrame を downstream に転送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TTS が応答を受け取れるように修正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Audio Connector 管理: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新接続時に古い connector を全て停止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メモリリークを防止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エラーハンドリング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サーバー側: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WebSocket 切断 → finally で確実に cleanup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モデル読み込み失敗 → ログして続行 (実行時エラー)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Connector 停止失敗 → warning ログのみ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パイプライン側: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STT タイムアウト → _ttfb_timeout_task を cancel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LLM エラー → exception ログ → セッション終了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ブラウザ側: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接続失敗 → UI に状態表示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ストリーム受信失敗 → ログのみ (UI継続)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パフォーマンス・最適化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モデル事前読み込み: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サーバー起動時に preload_models() で全モデルをメモリ展開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初回接続の遅延を排除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Whisper MLX: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LARGE_V3_TURBO_Q4: 高速、高精度（Gemini 推奨）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非同期処理: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asyncio で I/O ブロッキング回避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並列処理で低遅延を実現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グリーティング戦略: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即時 + 遅延の2つで ネットワーク遅延対応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セキュリティ考慮事項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プライバシー: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全処理がローカルで実行 → データ外部送信なし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LLM・STT・TTS は LM Studio で実行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認証・認可: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 API は SDK で認証 (private key 管理)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環境変数で秘密情報を管理 (.env)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通信: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Tunnel URL は HTTPS/WSS で暗号化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WebSocket は binary protocol で効率的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トラブルシューティング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接続できない: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LM Studio が起動しているか確認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Tunnel URL が正しいか確認 (WS_URI)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Vonage 認証情報が正しいか確認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音声が途切れる: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ネットワーク遅延を確認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LLM レスポンス時間が長すぎないか確認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Whisper の no_speech_prob を調整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応答がない: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LLM モデルが正しくロードされているか確認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Monkey-Patch が適用されているか確認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モジュラー設計で各コンポーネントが独立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ローカル実行でプライバシー重視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Vonage 統合で多様な入出力に対応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Pipecat で複雑な音声処理を簡潔に実装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日本語最適化で自然な対話を実現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マルチセッション対応で複数ユーザーをサポート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今後の拡張: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感情分析・言語別対応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複数 LLM モデルのサポート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会話ログ・分析機能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