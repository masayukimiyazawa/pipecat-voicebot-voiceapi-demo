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76" r:id="rId27"/>
    <p:sldId id="259" r:id="rId10"/>
    <p:sldId id="260" r:id="rId11"/>
    <p:sldId id="261" r:id="rId12"/>
    <p:sldId id="277" r:id="rId28"/>
    <p:sldId id="262" r:id="rId13"/>
    <p:sldId id="263" r:id="rId14"/>
    <p:sldId id="264" r:id="rId15"/>
    <p:sldId id="265" r:id="rId16"/>
    <p:sldId id="278" r:id="rId29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4.xml"/><Relationship Id="rId28" Type="http://schemas.openxmlformats.org/officeDocument/2006/relationships/slide" Target="slides/slide8.xml"/><Relationship Id="rId2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Pipecat Voice 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Detailed Architecture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🎯 Goal: Real-time voice dialogue bot using local LLM and Japanese TTS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🌐 Input/Output: Browser video session / Phone (PSTN/Vonage Voice API)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🔧 Key Technologies: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Pipecat: Pipeline orchestration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Vonage API: Audio/video gateway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LM Studio: Local LLM runtime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Whisper MLX: Fast speech recognition (Japanese-ready)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pyopenjtalk: Japanese text-to-speech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📊 Features: Privacy-focused (all local), low-latency, multi-session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Four main layers: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Client Layer: Browser UI + OpenTok SDK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Cloud Layer: Vonage Video/Voice API + Audio Connector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Server Layer: FastAPI + WebSocket + Session Management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Processing Layer: Pipecat Pipeline (STT→LLM→TTS)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Data Flow: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Client → Vonage Cloud → Server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Server → Pipecat Pipeline → LM Studio/pyopenjtalk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Results → Vonage Cloud →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976D2"/>
                </a:solidFill>
              </a:defRPr>
            </a:pPr>
            <a:r>
              <a:t>Diagram: Full System Architecture</a:t>
            </a:r>
          </a:p>
        </p:txBody>
      </p:sp>
      <p:pic>
        <p:nvPicPr>
          <p:cNvPr id="3" name="Picture 2" descr="system_architectur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021" y="1051560"/>
            <a:ext cx="4309957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server.py: FastAPI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Responsibility: HTTP/WebSocket interface, Vonage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Main Endpoints: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GET/POST /voice/webhook: Receive incoming calls (return NCCO)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POST /demo/connect: Create video session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POST /connect: General connection (Video API)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GET /: Serve static HTML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WebSocket /ws: Bidirectional audio streaming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Session Management: _active_connectors dict tracks multiple connections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bot.py: Pipecat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Responsibility: Audio processing, STT/LLM/TTS integration, conversation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Initialization (preload_models):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OpenAILLMService (LM Studio)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WhisperSTTServiceMLX (Whisper)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PiperPlusTTSService (Japanese TTS)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SileroVADAnalyzer (Voice activity detection)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LocalSmartTurnAnalyzerV3 (Conversation turn detection)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Critical Fix: Monkey-Patch LLMAssistantAggregator to forward TextFrame downstream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Pipecat Pipeline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1. Transport Input → AudioFrameLogger (debugging)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2. VADProcessor (SileroVAD) → Detect speech/silence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3. WhisperSTTServiceMLX → Audio → 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4. LLMUserAggregator → Add utterance to LLMContext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5. OpenAILLMService (LM Studio) → Text → 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6. LLMAssistantAggregator → Send response to LLMContext + TTS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7. PiperPlusTTSService → Text → Audio frames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8. Transport Output → Send to client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976D2"/>
                </a:solidFill>
              </a:defRPr>
            </a:pPr>
            <a:r>
              <a:t>Diagram: Pipecat Pipeline Detail</a:t>
            </a:r>
          </a:p>
        </p:txBody>
      </p:sp>
      <p:pic>
        <p:nvPicPr>
          <p:cNvPr id="3" name="Picture 2" descr="pipelin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358" y="1051560"/>
            <a:ext cx="284328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tts_piper_plus.py: Japanese TTS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Purpose: Wrap pyopenjtalk (Japanese HTS synthesis) in Pipecat interface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Features: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Async execution: Use thread pool to avoid blocking TTS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Audio normalization: Convert float64 → int16 with clipping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Chunking: Generate TTSAudioRawFrame in 4096B units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Parameters: Speed=1.0, Pitch=0.0 (adjustable)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Advantages: No model download needed, lightweight, fast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static/index.html: Browser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Technology: Vonage OpenTok SDK (vanilla JavaScript)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Features: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Connect Button: POST /demo/connect → Create Vonage session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Status Display: Update connection state in real-time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Log Panel: Record events/errors with timestamp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Audio Stream: Subscribe to bot's microphone (audioOnly=true)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Session Flow: OT.initSession() → Connect with token → Subscribe()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Data Flow: Video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1. User clicks 'Connect' button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2. Browser calls POST /demo/connect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3. Server creates Vonage Session → Launches Audio Connector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4. Browser calls OT.initSession() → Join with token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5. Vonage Audio Connector connects to WebSocket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6. Bot sends greeting (Text → TTS → Audio)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7. Bidirectional: User speech ↔ Vonage ↔ Pipecat ↔ Response audio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Data Flow: Phone (PSTN)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1. User calls Vonage phone number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2. Vonage sends GET /voice/webhook request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3. Server returns NCCO (specify WebSocket endpoint)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4. Vonage automatically connects call to WebSocket /ws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5. Bot starts Pipecat Pipeline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6. Bidirectional: Phone audio ↔ Vonage ↔ Pipecat ↔ Response audio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Advantage: No browser needed, works with regular phone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976D2"/>
                </a:solidFill>
              </a:defRPr>
            </a:pPr>
            <a:r>
              <a:t>Diagram: Data Flow</a:t>
            </a:r>
          </a:p>
        </p:txBody>
      </p:sp>
      <p:pic>
        <p:nvPicPr>
          <p:cNvPr id="3" name="Picture 2" descr="data_flow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559" y="1051560"/>
            <a:ext cx="160888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Dependencies &amp; Local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Python Packages: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pipecat-ai: Pipeline, STT/TTS/LLM integration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vonage: Vonage Video/Voice API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uvicorn: ASGI server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fastapi: Web framework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Local Models (LM Studio required):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LLM: Gemma/Llama etc (user-selectable)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STT: Whisper (LARGE_V3_TURBO_Q4 recommended)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TTS: pyopenjtalk (HTS-based)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Environment Variables (.env)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LM Studio: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LM_STUDIO_BASE_URL=http://localhost:1234/v1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LM_MODEL=gemma-4-26B-A4B-it-MLX-8bit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STT_LANGUAGE=ja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Vonage: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VONAGE_APPLICATION_ID=&lt;your-app-id&gt;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VONAGE_PRIVATE_KEY=&lt;path-or-raw-key&gt;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VONAGE_AUDIO_RATE=16000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WS_URI=wss://&lt;tunnel-url&gt;/ws (optional)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Startup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1. Start LM Studio on localhost:1234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Load a model (Gemma/Llama etc)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2. Configure repository with .env file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3. Expose with Cloudflare Tunnel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cloudflared tunnel run pipecat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4. Start FastAPI server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python server.py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5. Open Tunnel URL in browser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6. Click 'Connect' button → Voice conversation starts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Pipeline Configuration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VAD (Voice Activity Detection):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Confidence: 0.5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Speech Start: 0.2 sec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Silence Detection: 0.2 sec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Idle: 1.0 sec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STT: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Language: Japanese (ja)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no_speech_prob: 0.3 (adjust silence threshold)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LLM: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System Prompt: Japanese, concise, TTS-compatible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Important Technical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1. State Reset (_reset_service):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Clear LLM/STT/TTS internal state per connection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Prevent cross-connection interference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2. Monkey-Patch (LLMAssistantAggregator):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Forward TextFrame downstream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Enable TTS to receive responses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3. Audio Connector Management: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Stop all old connectors on new connection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Prevent memory leaks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Server Side: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WebSocket disconnect → cleanup in finally block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Model load failure → log and continue (runtime error)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Connector stop failure → warning log only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Pipeline Side: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STT timeout → cancel _ttfb_timeout_task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LLM error → exception log → end session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Browser Side: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Connection failure → show status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Stream receive failure → log only (continue UI)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Performance &amp;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Model Pre-loading: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preload_models() on startup loads all models to memory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Eliminates first-connection delay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Whisper MLX: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LARGE_V3_TURBO_Q4: Fast, high-accuracy (recommended)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Async Processing: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asyncio avoids I/O blocking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Parallel processing achieves low-latency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Greeting Strategy: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Immediate + Delayed to handle network latency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Security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Privacy: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All processing runs locally → no data sent externally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LLM/STT/TTS run in LM Studio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Authentication &amp; Authorization: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Vonage API secured by SDK (private key management)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Secrets managed in environment variables (.env)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Communication: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Tunnel URL encrypted with HTTPS/WSS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WebSocket uses binary protocol for efficiency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Cannot Connect: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Verify LM Studio is running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Check Tunnel URL is correct (WS_URI)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Verify Vonage credentials are correct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Audio Cuts Out: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Check network latency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Verify LLM response time isn't too long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Adjust Whisper no_speech_prob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No Response: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Verify LLM model is loaded correctly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Verify Monkey-Patch is applied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Modular design with independent components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Local execution prioritizes privacy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Vonage integration enables diverse input/output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Pipecat simplifies complex audio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Japanese optimization enables natural dialogue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Multi-session support handles multiple users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Future Enhancements: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Emotion analysis &amp; multi-language support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Multiple LLM model support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Conversation logging &amp;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